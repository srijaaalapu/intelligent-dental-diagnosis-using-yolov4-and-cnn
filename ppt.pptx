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735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745"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E8CEE-70C4-4475-BAA4-9FEC0C319C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fld id="{B62934BD-3A11-4847-AB71-669CE0172E70}" type="datetimeFigureOut">
              <a:rPr lang="en-US" smtClean="0"/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</a:lstStyle>
          <a:p>
            <a:fld id="{9D7E8CEE-70C4-4475-BAA4-9FEC0C319C88}" type="slidenum">
              <a:rPr lang="en-US" smtClean="0"/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54610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 panose="05020102010507070707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177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733800"/>
            <a:ext cx="8340725" cy="644525"/>
          </a:xfrm>
        </p:spPr>
        <p:txBody>
          <a:bodyPr>
            <a:noAutofit/>
          </a:bodyPr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Detection of tooth position by yolov4 and various dental problems based on cnn with  bitewing radiograph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85800"/>
            <a:ext cx="7772400" cy="1371600"/>
          </a:xfrm>
        </p:spPr>
        <p:txBody>
          <a:bodyPr/>
          <a:lstStyle/>
          <a:p>
            <a:pPr algn="ctr"/>
            <a:r>
              <a:rPr lang="en-US" dirty="0" smtClean="0"/>
              <a:t>Sumathi Reddy Institute </a:t>
            </a:r>
            <a:r>
              <a:rPr lang="en-US" dirty="0" smtClean="0"/>
              <a:t>of Technology </a:t>
            </a:r>
            <a:r>
              <a:rPr lang="en-US" dirty="0" smtClean="0"/>
              <a:t>for Women</a:t>
            </a:r>
            <a:endParaRPr lang="en-US" dirty="0"/>
          </a:p>
        </p:txBody>
      </p:sp>
      <p:sp>
        <p:nvSpPr>
          <p:cNvPr id="25602" name="AutoShape 2" descr="Sumathi Reddy Institute of Technology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5604" name="AutoShape 4" descr="Sumathi Reddy Institute of Technology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762000"/>
            <a:ext cx="1300163" cy="130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Abstract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6280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detecting tooth positions and diagnosing various dental problems using YOLOv4 for object detection and Convolutional Neural Networks (CNN) applied to bitewing radiographs.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YOLOv4 efficiently identifies and localizes individual teeth in radiographic images, enabling precise analysis of tooth positioning.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classifies different dental diseases such as cavities, gum diseases, and other abnormalities from the detected tooth regions.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lth outcomes.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8478520" cy="452628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accurately detect tooth positions and identify various dental problems using advanced deep learning techniques on bitewing radiographs.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YOLOv4, a state-of-the-art object detection algorithm, is employed to locate and segment individual teeth within the radiographic images efficiently.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(CNN) is then used to analyze these detected teeth and classify dental diseases such as cavities, gum issues, and other common dental abnormalities.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Existing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07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dental diagnosis relies on manual examination of bitewing radiographs by dentists, which is time-consuming and prone to human error.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digital image processing tools and earlier CAD systems assist diagnosis but often lack accuracy and cannot detect multiple dental issues simultaneously.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current automated solutions focus on disease classification or panoramic X-rays but do not accurately localize tooth positions in bitewing radiographs.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 smtClean="0"/>
              <a:t>Proposed System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534400" cy="452628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YOLOv4 for precise and real-time detection of tooth positions in bitewing radiographs, improving localization accuracy.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Convolutional Neural Network (CNN) model to automatically identify various dental problems from the images.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both detection and classification into a single platform for faster, more reliable dental diagnosis.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diagnostic efficiency, reduces human error, and supports dentists with automated analysis for better patient care.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u="sng" dirty="0" smtClean="0"/>
              <a:t>Features </a:t>
            </a:r>
            <a:r>
              <a:rPr lang="en-US" b="1" u="sng" dirty="0" smtClean="0"/>
              <a:t>of </a:t>
            </a:r>
            <a:r>
              <a:rPr lang="en-US" b="1" u="sng" dirty="0" smtClean="0"/>
              <a:t>Proposed System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716"/>
            <a:ext cx="8305800" cy="46783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Tooth Position Detection: Employs YOLOv4 for fast and accurate identification of individual tooth positions in bitewing radiographs.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Dental Disease Classification: Uses CNN models to detect and classify multiple dental problems such as cavities, periodontal diseases, and tooth decay.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 Provides an intuitive platform for dentists to upload images and receive detailed diagnostic results with visual aids.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dirty="0" smtClean="0"/>
              <a:t>Software </a:t>
            </a:r>
            <a:r>
              <a:rPr lang="en-US" dirty="0" smtClean="0"/>
              <a:t>and H</a:t>
            </a:r>
            <a:r>
              <a:rPr lang="en-US" dirty="0" smtClean="0"/>
              <a:t>ardware </a:t>
            </a:r>
            <a:r>
              <a:rPr lang="en-US" dirty="0" smtClean="0"/>
              <a:t>R</a:t>
            </a:r>
            <a:r>
              <a:rPr lang="en-US" dirty="0" smtClean="0"/>
              <a:t>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libraries such as TensorFlow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PyTorch, data preprocessing tools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libraries for feature extraction.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System Architecture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828800"/>
            <a:ext cx="4585970" cy="4585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Flow Chart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1752600"/>
            <a:ext cx="4696460" cy="4696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628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Preprocessing: Gather bitewing radiograph images, annotate tooth positions, and preprocess data by resizing, normalization, and augmentation to enhance model training.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Train the YOLOv4 model for precise tooth localization and a CNN classifier for identifying various dental diseases using the prepared dataset.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and Testing: Integrate both models into a single pipeline to detect tooth positions and diagnose dental problems, followed by rigorous testing to validate accuracy and reliability.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8117"/>
            <a:ext cx="8229600" cy="45262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Accurate Tooth Position Detection: The YOLOv4 model successfully localized tooth positions in bitewing radiographs with high precision and recall.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Disease Classification: The CNN classifier demonstrated strong performance in identifying various dental problems, achieving notable accuracy and sensitivity.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Outputs: The system provided clear annotated images highlighting detected teeth and diagnosed conditions, aiding clinical decision-making.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 The integrated platform allowed seamless image uploads and real-time predictions, enhancing usability for dental practitioners.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Test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200" dirty="0"/>
              <a:t>Image Upload Test: Verify that the system accepts valid bitewing radiograph images and rejects unsupported formats.</a:t>
            </a:r>
            <a:endParaRPr lang="en-US" altLang="en-US" sz="2200" dirty="0"/>
          </a:p>
          <a:p>
            <a:pPr algn="just">
              <a:lnSpc>
                <a:spcPct val="150000"/>
              </a:lnSpc>
            </a:pPr>
            <a:endParaRPr lang="en-US" altLang="en-US" sz="2200" dirty="0"/>
          </a:p>
          <a:p>
            <a:pPr algn="just">
              <a:lnSpc>
                <a:spcPct val="150000"/>
              </a:lnSpc>
            </a:pPr>
            <a:r>
              <a:rPr lang="en-US" altLang="en-US" sz="2200" dirty="0"/>
              <a:t>Tooth Position Detection: Check if YOLOv4 correctly detects and marks all visible teeth in the uploaded image.</a:t>
            </a:r>
            <a:endParaRPr lang="en-US" altLang="en-US" sz="2200" dirty="0"/>
          </a:p>
          <a:p>
            <a:pPr algn="just">
              <a:lnSpc>
                <a:spcPct val="150000"/>
              </a:lnSpc>
            </a:pPr>
            <a:endParaRPr lang="en-US" altLang="en-US" sz="2200" dirty="0"/>
          </a:p>
          <a:p>
            <a:pPr algn="just">
              <a:lnSpc>
                <a:spcPct val="150000"/>
              </a:lnSpc>
            </a:pPr>
            <a:r>
              <a:rPr lang="en-US" altLang="en-US" sz="2200" dirty="0"/>
              <a:t>Disease Classification Accuracy: Validate that the CNN model accurately classifies dental diseases from various test images.</a:t>
            </a:r>
            <a:endParaRPr lang="en-US" altLang="en-US" sz="2200" dirty="0"/>
          </a:p>
          <a:p>
            <a:pPr algn="just">
              <a:lnSpc>
                <a:spcPct val="150000"/>
              </a:lnSpc>
            </a:pPr>
            <a:endParaRPr lang="en-US" altLang="en-US" sz="2200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Future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dental image analysis using mobile or handheld devices for instant diagnosis.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of the system to detect a wider range of dental conditions beyond those identified in bitewing radiographs.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Incorporation of 3D dental imaging and advanced AI models for more comprehensive and precise diagnostics.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personalized dental treatment recommendations and follow-up reminders based on AI analysis results.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effectively utilizes YOLOv4 and CNN models to accurately detect tooth positions and various dental problems from bitewing radiographs.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a reliable and automated solution that enhances diagnostic efficiency, reducing the need for manual interpretation.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the potential to assist dental professionals in early disease detection, improving patient outcomes.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approach represents a significant advancement in dental imaging analysis through AI integration.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0</TotalTime>
  <Words>5300</Words>
  <Application>WPS Presentation</Application>
  <PresentationFormat>On-screen Show (4:3)</PresentationFormat>
  <Paragraphs>97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Wingdings 2</vt:lpstr>
      <vt:lpstr>Times New Roman</vt:lpstr>
      <vt:lpstr>Rockwell</vt:lpstr>
      <vt:lpstr>Microsoft YaHei</vt:lpstr>
      <vt:lpstr>Arial Unicode MS</vt:lpstr>
      <vt:lpstr>Calibri</vt:lpstr>
      <vt:lpstr>Foundry</vt:lpstr>
      <vt:lpstr>Hostel Leave and Outing Pass Automated System</vt:lpstr>
      <vt:lpstr>Abstract</vt:lpstr>
      <vt:lpstr>Introduction</vt:lpstr>
      <vt:lpstr>Existing System</vt:lpstr>
      <vt:lpstr>Proposed System</vt:lpstr>
      <vt:lpstr>Features of Proposed System</vt:lpstr>
      <vt:lpstr>Software and Hardware Requirements</vt:lpstr>
      <vt:lpstr>System Architecture</vt:lpstr>
      <vt:lpstr>Flow Chart</vt:lpstr>
      <vt:lpstr>Implementation Methodology</vt:lpstr>
      <vt:lpstr>Results</vt:lpstr>
      <vt:lpstr>Test Cases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SPACES INTERIOR DESIGN</dc:title>
  <dc:creator>Sai Dhanush (ND)</dc:creator>
  <cp:lastModifiedBy>KAMIDI SAI DHANUSH</cp:lastModifiedBy>
  <cp:revision>9</cp:revision>
  <dcterms:created xsi:type="dcterms:W3CDTF">2025-05-18T06:05:00Z</dcterms:created>
  <dcterms:modified xsi:type="dcterms:W3CDTF">2025-06-05T01:59:11Z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47C5B2583511463AA29C26476E0EDA95_13</vt:lpwstr>
  </property>
  <property fmtid="{D5CDD505-2E9C-101B-9397-08002B2CF9AE}" pid="3" name="KSOProductBuildVer">
    <vt:lpwstr>1033-12.2.0.21179</vt:lpwstr>
  </property>
</Properties>
</file>